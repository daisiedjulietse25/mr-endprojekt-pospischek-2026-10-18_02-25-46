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9"/>
  </p:notesMasterIdLst>
  <p:handoutMasterIdLst>
    <p:handoutMasterId r:id="rId20"/>
  </p:handoutMasterIdLst>
  <p:sldIdLst>
    <p:sldId id="297" r:id="rId5"/>
    <p:sldId id="304" r:id="rId6"/>
    <p:sldId id="314" r:id="rId7"/>
    <p:sldId id="317" r:id="rId8"/>
    <p:sldId id="323" r:id="rId9"/>
    <p:sldId id="315" r:id="rId10"/>
    <p:sldId id="324" r:id="rId11"/>
    <p:sldId id="282" r:id="rId12"/>
    <p:sldId id="327" r:id="rId13"/>
    <p:sldId id="318" r:id="rId14"/>
    <p:sldId id="326" r:id="rId15"/>
    <p:sldId id="319" r:id="rId16"/>
    <p:sldId id="325" r:id="rId17"/>
    <p:sldId id="321" r:id="rId18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>
      <p:cViewPr>
        <p:scale>
          <a:sx n="69" d="100"/>
          <a:sy n="69" d="100"/>
        </p:scale>
        <p:origin x="564" y="68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452" y="3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240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3854-95D8-34DA-A493-91E20A77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4B0160-ED54-417A-9855-C883918DC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60AAA0-EBB5-3229-B3A9-A2B7932CA4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15613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24303-D5E6-2BD7-8ED8-4C77F42A7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5DBD8B-E73F-45CF-0FF6-058CD56BD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874F11-0DC1-8DF3-2687-BF3A6A3B5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5750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F544C-2FCE-38CD-8B92-7119DC3DA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BA12F78-3096-D6A4-6749-2C1EAC5FD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44BA5FC-4A90-B147-A368-1E590582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395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F47F-6D50-9218-D8AD-81703F90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25C1A8-BB7A-B929-E309-D6B629E3F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BF565-7F58-CCB4-1A53-31DC16A59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00861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57EC7-09F4-46D0-E592-269C557B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16924C-3714-DE46-0800-DED9FA2F12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43E6CC-29C4-8513-036E-73D9A032D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0188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065145"/>
            <a:ext cx="5751575" cy="2727709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AT" dirty="0"/>
              <a:t>Mixed Reality Endprojekt</a:t>
            </a:r>
            <a:br>
              <a:rPr lang="de-AT" dirty="0"/>
            </a:br>
            <a:br>
              <a:rPr lang="de-AT" dirty="0"/>
            </a:br>
            <a:r>
              <a:rPr lang="de-AT" dirty="0" err="1"/>
              <a:t>Planetly</a:t>
            </a:r>
            <a:br>
              <a:rPr lang="de-AT" dirty="0"/>
            </a:br>
            <a:br>
              <a:rPr lang="de-AT" dirty="0"/>
            </a:br>
            <a:r>
              <a:rPr lang="de-AT" sz="2000" dirty="0"/>
              <a:t>von </a:t>
            </a:r>
            <a:r>
              <a:rPr lang="de-AT" sz="2000" dirty="0" err="1"/>
              <a:t>julia</a:t>
            </a:r>
            <a:r>
              <a:rPr lang="de-AT" sz="2000" dirty="0"/>
              <a:t> (se25m050)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420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81304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  <a:p>
            <a:pPr rtl="0"/>
            <a:r>
              <a:rPr lang="de-DE" dirty="0"/>
              <a:t>Setup: Hardware &amp; Software</a:t>
            </a:r>
          </a:p>
          <a:p>
            <a:pPr rtl="0"/>
            <a:r>
              <a:rPr lang="de-DE" dirty="0"/>
              <a:t>Umsetzung: Hierarchie</a:t>
            </a:r>
          </a:p>
          <a:p>
            <a:pPr rtl="0"/>
            <a:r>
              <a:rPr lang="de-DE" dirty="0"/>
              <a:t>Umsetzung: Skripte</a:t>
            </a:r>
          </a:p>
          <a:p>
            <a:pPr rtl="0"/>
            <a:r>
              <a:rPr lang="de-DE" dirty="0"/>
              <a:t>Umsetzung: Interaktionen</a:t>
            </a:r>
          </a:p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genau soll </a:t>
            </a:r>
            <a:r>
              <a:rPr lang="de-DE" dirty="0" err="1"/>
              <a:t>Planetly</a:t>
            </a:r>
            <a:r>
              <a:rPr lang="de-DE" dirty="0"/>
              <a:t> sein?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1" y="965393"/>
            <a:ext cx="7725746" cy="109162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Projektidee</a:t>
            </a:r>
          </a:p>
        </p:txBody>
      </p:sp>
      <p:sp>
        <p:nvSpPr>
          <p:cNvPr id="14" name="Inhaltsplatzhalt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379209" cy="4143375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/>
              <a:t>Entfernungen und Größendimensionen im Weltall schwer zu begreifen bzw. unmöglich echt zu erleben</a:t>
            </a:r>
          </a:p>
          <a:p>
            <a:pPr marL="0" indent="0" rtl="0">
              <a:buNone/>
            </a:pPr>
            <a:r>
              <a:rPr lang="de-DE" dirty="0"/>
              <a:t>Außerdem in 2D Illustrationen/Darstellungen inkorrekt</a:t>
            </a:r>
          </a:p>
          <a:p>
            <a:pPr marL="0" indent="0" rtl="0">
              <a:buNone/>
            </a:pPr>
            <a:r>
              <a:rPr lang="de-DE" dirty="0"/>
              <a:t>Inhalt: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Realistischer Modus und Explorationsmodus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User kann sich innerhalb Simulation frei bewegen und so die Planeten von unterschiedlichen Seiten und Perspektiven sehen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Detailansicht von Planeten mit schriftlichen Infos und Kugel, die von User gedreht und vergrößert/verkleinert werden kann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Vergleich von zwei Planeten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Simulation eines Erdjahres, alle Planeten rotieren um die Sonne und User steuert die Simulation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4</a:t>
            </a:fld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453A9D93-D5BF-9098-E9EE-7B87805111A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8" name="Smiley 7">
            <a:extLst>
              <a:ext uri="{FF2B5EF4-FFF2-40B4-BE49-F238E27FC236}">
                <a16:creationId xmlns:a16="http://schemas.microsoft.com/office/drawing/2014/main" id="{1665C235-2F65-2AF4-F494-9C235AD797C1}"/>
              </a:ext>
            </a:extLst>
          </p:cNvPr>
          <p:cNvSpPr/>
          <p:nvPr/>
        </p:nvSpPr>
        <p:spPr>
          <a:xfrm>
            <a:off x="8165592" y="4109974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Wolke 8">
            <a:extLst>
              <a:ext uri="{FF2B5EF4-FFF2-40B4-BE49-F238E27FC236}">
                <a16:creationId xmlns:a16="http://schemas.microsoft.com/office/drawing/2014/main" id="{A2EE98D5-7E74-DE5D-DCC1-A4CB855108D8}"/>
              </a:ext>
            </a:extLst>
          </p:cNvPr>
          <p:cNvSpPr/>
          <p:nvPr/>
        </p:nvSpPr>
        <p:spPr>
          <a:xfrm>
            <a:off x="5718048" y="3646520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Verbotsymbol 10">
            <a:extLst>
              <a:ext uri="{FF2B5EF4-FFF2-40B4-BE49-F238E27FC236}">
                <a16:creationId xmlns:a16="http://schemas.microsoft.com/office/drawing/2014/main" id="{3D815AFE-AD62-9332-FA7B-BD8F68CE3112}"/>
              </a:ext>
            </a:extLst>
          </p:cNvPr>
          <p:cNvSpPr/>
          <p:nvPr/>
        </p:nvSpPr>
        <p:spPr>
          <a:xfrm>
            <a:off x="7031736" y="749145"/>
            <a:ext cx="256032" cy="27819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solidFill>
                <a:schemeClr val="tx1"/>
              </a:solidFill>
            </a:endParaRPr>
          </a:p>
        </p:txBody>
      </p:sp>
      <p:sp>
        <p:nvSpPr>
          <p:cNvPr id="15" name="Smiley 14">
            <a:extLst>
              <a:ext uri="{FF2B5EF4-FFF2-40B4-BE49-F238E27FC236}">
                <a16:creationId xmlns:a16="http://schemas.microsoft.com/office/drawing/2014/main" id="{D6C856DD-BF64-A3D9-ECFC-0DB6F67E28D4}"/>
              </a:ext>
            </a:extLst>
          </p:cNvPr>
          <p:cNvSpPr/>
          <p:nvPr/>
        </p:nvSpPr>
        <p:spPr>
          <a:xfrm>
            <a:off x="4302251" y="5249926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7" name="Wolke 16">
            <a:extLst>
              <a:ext uri="{FF2B5EF4-FFF2-40B4-BE49-F238E27FC236}">
                <a16:creationId xmlns:a16="http://schemas.microsoft.com/office/drawing/2014/main" id="{9F117139-CF3A-7467-5D1A-4B01B623E2D0}"/>
              </a:ext>
            </a:extLst>
          </p:cNvPr>
          <p:cNvSpPr/>
          <p:nvPr/>
        </p:nvSpPr>
        <p:spPr>
          <a:xfrm>
            <a:off x="8124444" y="4773549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1" name="Wolke 20">
            <a:extLst>
              <a:ext uri="{FF2B5EF4-FFF2-40B4-BE49-F238E27FC236}">
                <a16:creationId xmlns:a16="http://schemas.microsoft.com/office/drawing/2014/main" id="{573691A7-A680-D80E-55B5-01F373C900A3}"/>
              </a:ext>
            </a:extLst>
          </p:cNvPr>
          <p:cNvSpPr/>
          <p:nvPr/>
        </p:nvSpPr>
        <p:spPr>
          <a:xfrm>
            <a:off x="8065008" y="5856412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3" name="Wolke 22">
            <a:extLst>
              <a:ext uri="{FF2B5EF4-FFF2-40B4-BE49-F238E27FC236}">
                <a16:creationId xmlns:a16="http://schemas.microsoft.com/office/drawing/2014/main" id="{F449F3A7-AAC3-A014-DD44-1592945E1B33}"/>
              </a:ext>
            </a:extLst>
          </p:cNvPr>
          <p:cNvSpPr/>
          <p:nvPr/>
        </p:nvSpPr>
        <p:spPr>
          <a:xfrm>
            <a:off x="6981444" y="1141191"/>
            <a:ext cx="356616" cy="265176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5" name="Smiley 24">
            <a:extLst>
              <a:ext uri="{FF2B5EF4-FFF2-40B4-BE49-F238E27FC236}">
                <a16:creationId xmlns:a16="http://schemas.microsoft.com/office/drawing/2014/main" id="{84E1CB21-0A48-30F7-75B8-FED76EF98A52}"/>
              </a:ext>
            </a:extLst>
          </p:cNvPr>
          <p:cNvSpPr/>
          <p:nvPr/>
        </p:nvSpPr>
        <p:spPr>
          <a:xfrm>
            <a:off x="7045452" y="1611790"/>
            <a:ext cx="256032" cy="265176"/>
          </a:xfrm>
          <a:prstGeom prst="smileyFac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Inhaltsplatzhalter 3">
            <a:extLst>
              <a:ext uri="{FF2B5EF4-FFF2-40B4-BE49-F238E27FC236}">
                <a16:creationId xmlns:a16="http://schemas.microsoft.com/office/drawing/2014/main" id="{16C5C05A-5D71-DBB2-17AD-0B93BB568FC9}"/>
              </a:ext>
            </a:extLst>
          </p:cNvPr>
          <p:cNvSpPr txBox="1">
            <a:spLocks/>
          </p:cNvSpPr>
          <p:nvPr/>
        </p:nvSpPr>
        <p:spPr>
          <a:xfrm>
            <a:off x="7336536" y="7439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nicht umgesetzt</a:t>
            </a:r>
          </a:p>
        </p:txBody>
      </p:sp>
      <p:sp>
        <p:nvSpPr>
          <p:cNvPr id="28" name="Inhaltsplatzhalter 3">
            <a:extLst>
              <a:ext uri="{FF2B5EF4-FFF2-40B4-BE49-F238E27FC236}">
                <a16:creationId xmlns:a16="http://schemas.microsoft.com/office/drawing/2014/main" id="{34B11FCE-48E3-5938-1A4A-662F48F63664}"/>
              </a:ext>
            </a:extLst>
          </p:cNvPr>
          <p:cNvSpPr txBox="1">
            <a:spLocks/>
          </p:cNvSpPr>
          <p:nvPr/>
        </p:nvSpPr>
        <p:spPr>
          <a:xfrm>
            <a:off x="7357250" y="109950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Teilweise/</a:t>
            </a:r>
            <a:r>
              <a:rPr lang="de-AT" sz="1500" dirty="0" err="1"/>
              <a:t>abge</a:t>
            </a:r>
            <a:r>
              <a:rPr lang="de-AT" sz="1500" dirty="0"/>
              <a:t>-ändert umgesetzt</a:t>
            </a:r>
          </a:p>
        </p:txBody>
      </p:sp>
      <p:sp>
        <p:nvSpPr>
          <p:cNvPr id="30" name="Inhaltsplatzhalter 3">
            <a:extLst>
              <a:ext uri="{FF2B5EF4-FFF2-40B4-BE49-F238E27FC236}">
                <a16:creationId xmlns:a16="http://schemas.microsoft.com/office/drawing/2014/main" id="{3EC5B5A5-EA38-24A3-E10D-3E2A7E9B9DF7}"/>
              </a:ext>
            </a:extLst>
          </p:cNvPr>
          <p:cNvSpPr txBox="1">
            <a:spLocks/>
          </p:cNvSpPr>
          <p:nvPr/>
        </p:nvSpPr>
        <p:spPr>
          <a:xfrm>
            <a:off x="7345680" y="1601693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umgesetzt</a:t>
            </a:r>
          </a:p>
        </p:txBody>
      </p:sp>
      <p:sp>
        <p:nvSpPr>
          <p:cNvPr id="32" name="Inhaltsplatzhalter 3">
            <a:extLst>
              <a:ext uri="{FF2B5EF4-FFF2-40B4-BE49-F238E27FC236}">
                <a16:creationId xmlns:a16="http://schemas.microsoft.com/office/drawing/2014/main" id="{52B323D2-C34B-2A7C-6650-28F9D491FFFD}"/>
              </a:ext>
            </a:extLst>
          </p:cNvPr>
          <p:cNvSpPr txBox="1">
            <a:spLocks/>
          </p:cNvSpPr>
          <p:nvPr/>
        </p:nvSpPr>
        <p:spPr>
          <a:xfrm>
            <a:off x="6981444" y="395795"/>
            <a:ext cx="1560576" cy="2853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AT" sz="1500" dirty="0"/>
              <a:t>LEGENDE</a:t>
            </a:r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D096-1880-F749-E6A9-A7E55BEA1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9987CC-DD6B-FEDA-11F3-93D1FBAD0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135E22A-3CC8-1352-C585-3CB35FBFC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5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34E6CA-413A-A1B0-4FF7-17701AA72F0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wurde </a:t>
            </a:r>
            <a:r>
              <a:rPr lang="de-DE" dirty="0" err="1"/>
              <a:t>Planetly</a:t>
            </a:r>
            <a:r>
              <a:rPr lang="de-DE" dirty="0"/>
              <a:t> umgesetzt?</a:t>
            </a:r>
          </a:p>
        </p:txBody>
      </p:sp>
    </p:spTree>
    <p:extLst>
      <p:ext uri="{BB962C8B-B14F-4D97-AF65-F5344CB8AC3E}">
        <p14:creationId xmlns:p14="http://schemas.microsoft.com/office/powerpoint/2010/main" val="1429873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Setup: Hardware &amp; Software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6</a:t>
            </a:fld>
            <a:endParaRPr lang="de-DE" dirty="0"/>
          </a:p>
        </p:txBody>
      </p:sp>
      <p:sp>
        <p:nvSpPr>
          <p:cNvPr id="16" name="Inhaltsplatzhalt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9"/>
            <a:ext cx="3643384" cy="2223252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Unity 6.6 auf </a:t>
            </a:r>
            <a:r>
              <a:rPr lang="de-DE" dirty="0" err="1"/>
              <a:t>Win</a:t>
            </a:r>
            <a:endParaRPr lang="de-DE" dirty="0"/>
          </a:p>
          <a:p>
            <a:pPr rtl="0"/>
            <a:endParaRPr lang="de-DE" dirty="0"/>
          </a:p>
          <a:p>
            <a:r>
              <a:rPr lang="de-DE" dirty="0" err="1"/>
              <a:t>Meta</a:t>
            </a:r>
            <a:r>
              <a:rPr lang="de-DE" dirty="0"/>
              <a:t> Quest 2 (</a:t>
            </a:r>
            <a:r>
              <a:rPr lang="de-DE" dirty="0" err="1"/>
              <a:t>borrowed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FH)</a:t>
            </a:r>
          </a:p>
          <a:p>
            <a:endParaRPr lang="de-DE" dirty="0"/>
          </a:p>
          <a:p>
            <a:r>
              <a:rPr lang="de-DE" dirty="0"/>
              <a:t>ChatGPT</a:t>
            </a:r>
          </a:p>
          <a:p>
            <a:pPr rtl="0"/>
            <a:endParaRPr lang="de-DE" dirty="0"/>
          </a:p>
        </p:txBody>
      </p:sp>
      <p:sp>
        <p:nvSpPr>
          <p:cNvPr id="17" name="Inhaltsplatzhalt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643384" cy="3720337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DE" dirty="0"/>
              <a:t>Gratis Asset für Planeten und </a:t>
            </a:r>
            <a:r>
              <a:rPr lang="de-DE" dirty="0" err="1"/>
              <a:t>Skybox</a:t>
            </a:r>
            <a:endParaRPr lang="de-DE" dirty="0"/>
          </a:p>
          <a:p>
            <a:r>
              <a:rPr lang="de-DE" dirty="0"/>
              <a:t>Gratis Assets für Audiodateien</a:t>
            </a:r>
          </a:p>
          <a:p>
            <a:endParaRPr lang="de-DE" dirty="0"/>
          </a:p>
          <a:p>
            <a:r>
              <a:rPr lang="de-DE" dirty="0" err="1"/>
              <a:t>OpenXR</a:t>
            </a:r>
            <a:r>
              <a:rPr lang="de-DE" dirty="0"/>
              <a:t> mit </a:t>
            </a:r>
            <a:r>
              <a:rPr lang="de-DE" dirty="0" err="1"/>
              <a:t>MetaXR</a:t>
            </a:r>
            <a:r>
              <a:rPr lang="de-DE" dirty="0"/>
              <a:t> (All-in-</a:t>
            </a:r>
            <a:r>
              <a:rPr lang="de-DE" dirty="0" err="1"/>
              <a:t>one</a:t>
            </a:r>
            <a:r>
              <a:rPr lang="de-DE" dirty="0"/>
              <a:t> SDK)</a:t>
            </a:r>
          </a:p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4BBA9-815A-78A2-967E-8C6C224A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946AE-E932-59A5-6BA0-5B96B2C83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Hierarchie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1D86A6A-0062-B6EB-E84E-30C39C992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7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64360C-BEDD-2B7B-5645-EB97444285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Wie sieht die </a:t>
            </a:r>
            <a:r>
              <a:rPr lang="de-DE" dirty="0" err="1"/>
              <a:t>Hierarchy</a:t>
            </a:r>
            <a:r>
              <a:rPr lang="de-DE" dirty="0"/>
              <a:t> in Unity aus?</a:t>
            </a:r>
          </a:p>
        </p:txBody>
      </p:sp>
    </p:spTree>
    <p:extLst>
      <p:ext uri="{BB962C8B-B14F-4D97-AF65-F5344CB8AC3E}">
        <p14:creationId xmlns:p14="http://schemas.microsoft.com/office/powerpoint/2010/main" val="779327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Hierarchie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4" y="2303028"/>
            <a:ext cx="8563795" cy="4372091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0" indent="0" rtl="0">
              <a:buNone/>
            </a:pPr>
            <a:r>
              <a:rPr lang="de-DE" dirty="0" err="1"/>
              <a:t>CameraRig</a:t>
            </a:r>
            <a:r>
              <a:rPr lang="de-DE" dirty="0"/>
              <a:t> (einheitlicher Tracking Space für alle Szenen)</a:t>
            </a:r>
          </a:p>
          <a:p>
            <a:pPr marL="0" indent="0" rtl="0">
              <a:buNone/>
            </a:pPr>
            <a:r>
              <a:rPr lang="de-DE" dirty="0" err="1"/>
              <a:t>InteractionRig</a:t>
            </a:r>
            <a:r>
              <a:rPr lang="de-DE" dirty="0"/>
              <a:t> (Handtracking, Interactions, Pointer und Rays)</a:t>
            </a:r>
          </a:p>
          <a:p>
            <a:pPr marL="0" indent="0" rtl="0">
              <a:buNone/>
            </a:pPr>
            <a:r>
              <a:rPr lang="de-DE" dirty="0" err="1"/>
              <a:t>EventSystem</a:t>
            </a:r>
            <a:r>
              <a:rPr lang="de-DE" dirty="0"/>
              <a:t> (</a:t>
            </a:r>
            <a:r>
              <a:rPr lang="de-DE" dirty="0" err="1"/>
              <a:t>Pointable</a:t>
            </a:r>
            <a:r>
              <a:rPr lang="de-DE" dirty="0"/>
              <a:t> Canvas)</a:t>
            </a:r>
          </a:p>
          <a:p>
            <a:pPr marL="0" indent="0" rtl="0">
              <a:buNone/>
            </a:pPr>
            <a:r>
              <a:rPr lang="de-DE" dirty="0" err="1"/>
              <a:t>SolarSystemMode</a:t>
            </a:r>
            <a:r>
              <a:rPr lang="de-DE" dirty="0"/>
              <a:t> (alle 9 Planeten in einer Linie und Canvas)</a:t>
            </a:r>
          </a:p>
          <a:p>
            <a:pPr marL="0" indent="0" rtl="0">
              <a:buNone/>
            </a:pPr>
            <a:r>
              <a:rPr lang="de-DE" dirty="0"/>
              <a:t>9 </a:t>
            </a:r>
            <a:r>
              <a:rPr lang="de-DE" dirty="0" err="1"/>
              <a:t>DetailModes</a:t>
            </a:r>
            <a:r>
              <a:rPr lang="de-DE" dirty="0"/>
              <a:t> (mit Planeten und Canvas daneben)</a:t>
            </a:r>
          </a:p>
          <a:p>
            <a:pPr marL="0" indent="0" rtl="0">
              <a:buNone/>
            </a:pPr>
            <a:r>
              <a:rPr lang="de-DE" dirty="0" err="1"/>
              <a:t>ComparisonMode</a:t>
            </a:r>
            <a:r>
              <a:rPr lang="de-DE" dirty="0"/>
              <a:t> (2 </a:t>
            </a:r>
            <a:r>
              <a:rPr lang="de-DE" dirty="0" err="1"/>
              <a:t>DetailModes</a:t>
            </a:r>
            <a:r>
              <a:rPr lang="de-DE" dirty="0"/>
              <a:t> übereinander plus Trennung und gemeinsamer Zurückbutton)</a:t>
            </a:r>
          </a:p>
          <a:p>
            <a:pPr marL="0" indent="0" rtl="0">
              <a:buNone/>
            </a:pPr>
            <a:r>
              <a:rPr lang="de-DE" dirty="0" err="1"/>
              <a:t>RealisticUI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 (Planeten ohne Interaktionen aber Skripte für Bewegung und eigene Canvas)</a:t>
            </a:r>
          </a:p>
          <a:p>
            <a:pPr marL="0" indent="0" rtl="0">
              <a:buNone/>
            </a:pPr>
            <a:r>
              <a:rPr lang="de-DE" dirty="0"/>
              <a:t>4 Audio Objekte für 4 Modi (</a:t>
            </a:r>
            <a:r>
              <a:rPr lang="de-DE" dirty="0" err="1"/>
              <a:t>SolarSystem</a:t>
            </a:r>
            <a:r>
              <a:rPr lang="de-DE" dirty="0"/>
              <a:t>, </a:t>
            </a:r>
            <a:r>
              <a:rPr lang="de-DE" dirty="0" err="1"/>
              <a:t>RealisticSolarSystem</a:t>
            </a:r>
            <a:r>
              <a:rPr lang="de-DE" dirty="0"/>
              <a:t>, Detail, 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marL="0" indent="0" rtl="0">
              <a:buNone/>
            </a:pPr>
            <a:r>
              <a:rPr lang="de-DE" dirty="0"/>
              <a:t>2 </a:t>
            </a:r>
            <a:r>
              <a:rPr lang="de-DE" dirty="0" err="1"/>
              <a:t>ModeManager</a:t>
            </a:r>
            <a:r>
              <a:rPr lang="de-DE" dirty="0"/>
              <a:t> (1 für </a:t>
            </a:r>
            <a:r>
              <a:rPr lang="de-DE" dirty="0" err="1"/>
              <a:t>SolarSystem</a:t>
            </a:r>
            <a:r>
              <a:rPr lang="de-DE" dirty="0"/>
              <a:t> + </a:t>
            </a:r>
            <a:r>
              <a:rPr lang="de-DE" dirty="0" err="1"/>
              <a:t>RealisticSolarSystem</a:t>
            </a:r>
            <a:r>
              <a:rPr lang="de-DE" dirty="0"/>
              <a:t> und 1 für </a:t>
            </a:r>
            <a:r>
              <a:rPr lang="de-DE" dirty="0" err="1"/>
              <a:t>SolarSystem</a:t>
            </a:r>
            <a:r>
              <a:rPr lang="de-DE" dirty="0"/>
              <a:t> + Detail/</a:t>
            </a:r>
            <a:r>
              <a:rPr lang="de-DE" dirty="0" err="1"/>
              <a:t>Compare</a:t>
            </a:r>
            <a:r>
              <a:rPr lang="de-DE" dirty="0"/>
              <a:t>)</a:t>
            </a:r>
          </a:p>
          <a:p>
            <a:pPr rtl="0"/>
            <a:endParaRPr lang="de-DE" dirty="0"/>
          </a:p>
          <a:p>
            <a:pPr rtl="0"/>
            <a:endParaRPr lang="de-DE" dirty="0"/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F730-922B-D553-321D-A866F095F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C12D1-7C95-0B6A-219A-D1FBDDAA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Skripte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F40162-242E-83BE-3AAE-16D697AA94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9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ABD877-AFFF-184C-3FE8-62C2E72CF10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Logik wurde in Skripte umgesetzt?</a:t>
            </a:r>
          </a:p>
        </p:txBody>
      </p:sp>
    </p:spTree>
    <p:extLst>
      <p:ext uri="{BB962C8B-B14F-4D97-AF65-F5344CB8AC3E}">
        <p14:creationId xmlns:p14="http://schemas.microsoft.com/office/powerpoint/2010/main" val="99213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Skripte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9381744" cy="412387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1800" dirty="0" err="1"/>
              <a:t>PlanetTypeAudio</a:t>
            </a:r>
            <a:r>
              <a:rPr lang="de-DE" sz="1800" dirty="0"/>
              <a:t>: Audio für Detailansicht basierend auf Planetentyp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LeftHandSpeedControl</a:t>
            </a:r>
            <a:r>
              <a:rPr lang="de-DE" sz="1800" dirty="0"/>
              <a:t>: Vergleich in Update Rotation von letztem mit aktuellen Frame und passt Speed von Controller an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RealisticPlanet</a:t>
            </a:r>
            <a:r>
              <a:rPr lang="de-DE" sz="1800" dirty="0"/>
              <a:t>: Attribute Entfernung zur Sonne und Radius, skaliert und bewegt Planeten in XZ-Ebene durch Berechnung von Winkel basierend auf Verhältnis zu </a:t>
            </a:r>
            <a:r>
              <a:rPr lang="de-DE" sz="1800" dirty="0" err="1"/>
              <a:t>Erdjahr</a:t>
            </a:r>
            <a:endParaRPr lang="de-DE" sz="1800" dirty="0"/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RealisticSolarSystemController</a:t>
            </a:r>
            <a:r>
              <a:rPr lang="de-DE" sz="1800" dirty="0"/>
              <a:t>: setzt Szene mit realistischem Sonnensystem aktiv/inaktiv (Sound &amp; Deaktivieren anderer), Pausieren von Rotation, Geschwindigkeit von Simulation, Update von Text in Canvas/Buttons</a:t>
            </a:r>
          </a:p>
          <a:p>
            <a:pPr rtl="0"/>
            <a:endParaRPr lang="de-DE" sz="1800" dirty="0"/>
          </a:p>
          <a:p>
            <a:pPr rtl="0"/>
            <a:r>
              <a:rPr lang="de-DE" sz="1800" dirty="0" err="1"/>
              <a:t>PlanetDetailMode</a:t>
            </a:r>
            <a:r>
              <a:rPr lang="de-DE" sz="1800" dirty="0"/>
              <a:t>: Audio, setzt Detailszene und </a:t>
            </a:r>
            <a:r>
              <a:rPr lang="de-DE" sz="1800" dirty="0" err="1"/>
              <a:t>Vergleichszene</a:t>
            </a:r>
            <a:r>
              <a:rPr lang="de-DE" sz="1800" dirty="0"/>
              <a:t> aktiv/inaktiv,  bestimmt Typ für Detailaudio und </a:t>
            </a:r>
            <a:r>
              <a:rPr lang="de-DE" sz="1800" dirty="0" err="1"/>
              <a:t>ViewPoint</a:t>
            </a:r>
            <a:r>
              <a:rPr lang="de-DE" sz="1800" dirty="0"/>
              <a:t>, Handler für korrekte Detailobjekte und Auswahl von 2. Planeten</a:t>
            </a:r>
          </a:p>
          <a:p>
            <a:pPr rtl="0"/>
            <a:endParaRPr lang="de-DE" sz="180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A27-B273-ADD3-BBA1-FFE63BD8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58BAC-D905-F340-BEA7-AF1C51E8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Umsetzung: Interaktionen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C25756D-F6BD-17DA-05B7-9DA6FFE8BF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11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7CB78F1-30CA-ED4A-499A-168B49507DB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Welche Interaktionen mit welchen Objekten wurden wie umgesetzt?</a:t>
            </a:r>
          </a:p>
        </p:txBody>
      </p:sp>
    </p:spTree>
    <p:extLst>
      <p:ext uri="{BB962C8B-B14F-4D97-AF65-F5344CB8AC3E}">
        <p14:creationId xmlns:p14="http://schemas.microsoft.com/office/powerpoint/2010/main" val="975633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Umsetzung: Interaktionen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3" y="2331958"/>
            <a:ext cx="10401291" cy="437973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b="1" dirty="0"/>
              <a:t>1. 3D </a:t>
            </a:r>
            <a:r>
              <a:rPr lang="de-DE" b="1" dirty="0" err="1"/>
              <a:t>Object</a:t>
            </a:r>
            <a:r>
              <a:rPr lang="de-DE" b="1" dirty="0"/>
              <a:t> Square:</a:t>
            </a:r>
          </a:p>
          <a:p>
            <a:r>
              <a:rPr lang="de-DE" dirty="0" err="1"/>
              <a:t>Meta</a:t>
            </a:r>
            <a:r>
              <a:rPr lang="de-DE" dirty="0"/>
              <a:t> </a:t>
            </a:r>
            <a:r>
              <a:rPr lang="de-DE" dirty="0" err="1"/>
              <a:t>Buidling</a:t>
            </a:r>
            <a:r>
              <a:rPr lang="de-DE" dirty="0"/>
              <a:t> Block Hand Tracking und Interaction </a:t>
            </a:r>
            <a:r>
              <a:rPr lang="de-DE" dirty="0" err="1"/>
              <a:t>Rig</a:t>
            </a:r>
            <a:r>
              <a:rPr lang="de-DE" dirty="0"/>
              <a:t>: </a:t>
            </a:r>
            <a:r>
              <a:rPr lang="de-AT" dirty="0"/>
              <a:t>Hand Ray </a:t>
            </a:r>
            <a:r>
              <a:rPr lang="de-AT" dirty="0" err="1"/>
              <a:t>Interactors</a:t>
            </a:r>
            <a:endParaRPr lang="de-AT" dirty="0"/>
          </a:p>
          <a:p>
            <a:r>
              <a:rPr lang="de-AT" dirty="0" err="1"/>
              <a:t>Sphere</a:t>
            </a:r>
            <a:r>
              <a:rPr lang="de-AT" dirty="0"/>
              <a:t> Collider und </a:t>
            </a:r>
            <a:r>
              <a:rPr lang="de-AT" dirty="0" err="1"/>
              <a:t>InteractionSurface</a:t>
            </a:r>
            <a:r>
              <a:rPr lang="de-AT" dirty="0"/>
              <a:t> (Collider Surface), Komponenten Ray </a:t>
            </a:r>
            <a:r>
              <a:rPr lang="de-AT" dirty="0" err="1"/>
              <a:t>Interactable</a:t>
            </a:r>
            <a:r>
              <a:rPr lang="de-AT" dirty="0"/>
              <a:t> und </a:t>
            </a:r>
            <a:r>
              <a:rPr lang="de-AT" dirty="0" err="1"/>
              <a:t>Interactable</a:t>
            </a:r>
            <a:r>
              <a:rPr lang="de-AT" dirty="0"/>
              <a:t> Unity Event Wrapper (</a:t>
            </a:r>
            <a:r>
              <a:rPr lang="de-AT" dirty="0" err="1"/>
              <a:t>When</a:t>
            </a:r>
            <a:r>
              <a:rPr lang="de-AT" dirty="0"/>
              <a:t> Select(): Funktion von Objekt)</a:t>
            </a:r>
          </a:p>
          <a:p>
            <a:r>
              <a:rPr lang="de-AT" dirty="0" err="1"/>
              <a:t>Rigidbody</a:t>
            </a:r>
            <a:r>
              <a:rPr lang="de-AT" dirty="0"/>
              <a:t> für Rotation in Detailansicht mit </a:t>
            </a:r>
            <a:r>
              <a:rPr lang="de-AT" dirty="0" err="1"/>
              <a:t>Grabbable</a:t>
            </a:r>
            <a:r>
              <a:rPr lang="de-AT" dirty="0"/>
              <a:t>, Hand Grab </a:t>
            </a:r>
            <a:r>
              <a:rPr lang="de-AT" dirty="0" err="1"/>
              <a:t>Interactable</a:t>
            </a:r>
            <a:r>
              <a:rPr lang="de-AT" dirty="0"/>
              <a:t> und </a:t>
            </a:r>
            <a:r>
              <a:rPr lang="de-AT" dirty="0" err="1"/>
              <a:t>One</a:t>
            </a:r>
            <a:r>
              <a:rPr lang="de-AT" dirty="0"/>
              <a:t> Grab </a:t>
            </a:r>
            <a:r>
              <a:rPr lang="de-AT" dirty="0" err="1"/>
              <a:t>Rotate</a:t>
            </a:r>
            <a:r>
              <a:rPr lang="de-AT" dirty="0"/>
              <a:t> Transformer</a:t>
            </a:r>
          </a:p>
          <a:p>
            <a:r>
              <a:rPr lang="de-AT" b="1" dirty="0"/>
              <a:t>2. </a:t>
            </a:r>
            <a:r>
              <a:rPr lang="de-AT" b="1"/>
              <a:t>UI-Canvas </a:t>
            </a:r>
            <a:r>
              <a:rPr lang="de-AT" b="1" dirty="0"/>
              <a:t>mit Buttons:</a:t>
            </a:r>
          </a:p>
          <a:p>
            <a:r>
              <a:rPr lang="de-AT" dirty="0"/>
              <a:t>Hinzufügen von </a:t>
            </a:r>
            <a:r>
              <a:rPr lang="de-AT" dirty="0" err="1"/>
              <a:t>RayCanvasInteraction</a:t>
            </a:r>
            <a:r>
              <a:rPr lang="de-AT" dirty="0"/>
              <a:t> von SDK (enthält Ray </a:t>
            </a:r>
            <a:r>
              <a:rPr lang="de-AT" dirty="0" err="1"/>
              <a:t>Interactable</a:t>
            </a:r>
            <a:r>
              <a:rPr lang="de-AT" dirty="0"/>
              <a:t> &amp; </a:t>
            </a:r>
            <a:r>
              <a:rPr lang="de-AT" dirty="0" err="1"/>
              <a:t>Pointable</a:t>
            </a:r>
            <a:r>
              <a:rPr lang="de-AT" dirty="0"/>
              <a:t> Canvas), </a:t>
            </a:r>
            <a:r>
              <a:rPr lang="de-AT" dirty="0" err="1"/>
              <a:t>EventSystem</a:t>
            </a:r>
            <a:r>
              <a:rPr lang="de-AT" dirty="0"/>
              <a:t> bekommt </a:t>
            </a:r>
            <a:r>
              <a:rPr lang="de-AT" dirty="0" err="1"/>
              <a:t>Pointable</a:t>
            </a:r>
            <a:r>
              <a:rPr lang="de-AT" dirty="0"/>
              <a:t> Canvas Module und deaktiviert Input System UI Input Module</a:t>
            </a:r>
          </a:p>
          <a:p>
            <a:r>
              <a:rPr lang="de-AT" dirty="0"/>
              <a:t>Canvas haben </a:t>
            </a:r>
            <a:r>
              <a:rPr lang="de-AT" dirty="0" err="1"/>
              <a:t>Pointable</a:t>
            </a:r>
            <a:r>
              <a:rPr lang="de-AT" dirty="0"/>
              <a:t> Canvas Komponente (</a:t>
            </a:r>
            <a:r>
              <a:rPr lang="de-AT" dirty="0" err="1"/>
              <a:t>Rendermode</a:t>
            </a:r>
            <a:r>
              <a:rPr lang="de-AT" dirty="0"/>
              <a:t> und </a:t>
            </a:r>
            <a:r>
              <a:rPr lang="de-AT" dirty="0" err="1"/>
              <a:t>Camera</a:t>
            </a:r>
            <a:r>
              <a:rPr lang="de-AT" dirty="0"/>
              <a:t>), Button </a:t>
            </a:r>
            <a:r>
              <a:rPr lang="de-AT" dirty="0" err="1"/>
              <a:t>interactable</a:t>
            </a:r>
            <a:r>
              <a:rPr lang="de-AT" dirty="0"/>
              <a:t> Checkbox und On Click() Konfiguration mit Funktion von Objekt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54C3-599C-B131-9081-B27C95F3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7E447-5E58-E0FD-30C2-3E5B00DC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Verbesserungs-potenzial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D3A064-58E0-1EC0-B675-4D0085F99E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13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757B3E-9F36-4E6A-00FF-388664C806B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Für welche Upgrades war keine Zeit mehr?</a:t>
            </a:r>
          </a:p>
        </p:txBody>
      </p:sp>
    </p:spTree>
    <p:extLst>
      <p:ext uri="{BB962C8B-B14F-4D97-AF65-F5344CB8AC3E}">
        <p14:creationId xmlns:p14="http://schemas.microsoft.com/office/powerpoint/2010/main" val="696659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Verbesserungspotenzial</a:t>
            </a:r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9970876" cy="396159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Verbesserung/Verschönerung der Canvas/UI Elemente und korrigieren der Textinhalte</a:t>
            </a:r>
          </a:p>
          <a:p>
            <a:pPr rtl="0"/>
            <a:r>
              <a:rPr lang="de-DE" dirty="0"/>
              <a:t>Bewegung/Teleportieren auch in Y-Richtung (nach oben und unten)</a:t>
            </a:r>
          </a:p>
          <a:p>
            <a:r>
              <a:rPr lang="de-DE" dirty="0"/>
              <a:t>Konstantes Erscheinen der Szenen im selben Abstand basierend auf </a:t>
            </a:r>
            <a:r>
              <a:rPr lang="de-DE" dirty="0" err="1"/>
              <a:t>Headsetausrichtung</a:t>
            </a:r>
            <a:r>
              <a:rPr lang="de-DE" dirty="0"/>
              <a:t> (teilweise umgesetzt z.B. in </a:t>
            </a:r>
            <a:r>
              <a:rPr lang="de-AT" dirty="0" err="1"/>
              <a:t>OpenRealisticMode</a:t>
            </a:r>
            <a:r>
              <a:rPr lang="de-AT" dirty="0"/>
              <a:t>() &amp; </a:t>
            </a:r>
            <a:r>
              <a:rPr lang="de-AT" dirty="0" err="1"/>
              <a:t>OpenComparision</a:t>
            </a:r>
            <a:r>
              <a:rPr lang="de-AT" dirty="0"/>
              <a:t>() </a:t>
            </a:r>
            <a:r>
              <a:rPr lang="de-DE" dirty="0"/>
              <a:t>aber buganfällig)</a:t>
            </a:r>
          </a:p>
          <a:p>
            <a:pPr rtl="0"/>
            <a:r>
              <a:rPr lang="de-DE" dirty="0"/>
              <a:t>Erweitern der Rotation der Planeten um mehrere Achsen (standardmäßig nur 1 Achse)</a:t>
            </a:r>
          </a:p>
          <a:p>
            <a:pPr rtl="0"/>
            <a:r>
              <a:rPr lang="de-DE" dirty="0"/>
              <a:t>Bewegen der Simulation mit Sonne als rotierbarer Mittelpunkt bzw. Zoommöglichkeit</a:t>
            </a:r>
          </a:p>
          <a:p>
            <a:pPr rtl="0"/>
            <a:r>
              <a:rPr lang="de-DE" dirty="0"/>
              <a:t>Verbesserung der Geschwindigkeitsänderung durch Handgelenk</a:t>
            </a:r>
          </a:p>
          <a:p>
            <a:pPr rtl="0"/>
            <a:r>
              <a:rPr lang="de-DE" dirty="0"/>
              <a:t>Umsetzung der vorgeschlagenen Erweiterungen: Sternenbilder,  Werfen und Ablenken von Asteroiden (Drehen der Hand statt Slider für Geschwindigkeit wurde umgesetzt)</a:t>
            </a:r>
          </a:p>
          <a:p>
            <a:pPr rtl="0"/>
            <a:r>
              <a:rPr lang="de-DE" dirty="0" err="1"/>
              <a:t>Refactoring</a:t>
            </a:r>
            <a:r>
              <a:rPr lang="de-DE" dirty="0"/>
              <a:t> und Verbesserung der Skripte wegen möglichen Redundanzen durch stückweises Erweitern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 rtl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a4153a30-97aa-49dd-8839-66f72081522c}" enabled="1" method="Standard" siteId="{9ffff5c3-bdfa-4a9d-b595-ff68329945e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{52C41D52-E2DE-4430-BCF7-0535EB7698E7}tf78438558_win32</Template>
  <TotalTime>0</TotalTime>
  <Words>674</Words>
  <Application>Microsoft Office PowerPoint</Application>
  <PresentationFormat>Breitbild</PresentationFormat>
  <Paragraphs>93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Sabon Next LT</vt:lpstr>
      <vt:lpstr>Benutzerdefiniert</vt:lpstr>
      <vt:lpstr>Mixed Reality Endprojekt  Planetly  von julia (se25m050)</vt:lpstr>
      <vt:lpstr>Agenda</vt:lpstr>
      <vt:lpstr>Projektidee</vt:lpstr>
      <vt:lpstr>Projektidee</vt:lpstr>
      <vt:lpstr>Setup: Hardware &amp; Software</vt:lpstr>
      <vt:lpstr>Setup: Hardware &amp; Software</vt:lpstr>
      <vt:lpstr>Umsetzung: Hierarchie</vt:lpstr>
      <vt:lpstr>Umsetzung: Hierarchie</vt:lpstr>
      <vt:lpstr>Umsetzung: Skripte</vt:lpstr>
      <vt:lpstr>Umsetzung: Skripte</vt:lpstr>
      <vt:lpstr>Umsetzung: Interaktionen</vt:lpstr>
      <vt:lpstr>Umsetzung: Interaktionen</vt:lpstr>
      <vt:lpstr>Verbesserungs-potenzial</vt:lpstr>
      <vt:lpstr>Verbesserungspotenzial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Julia Pospischek</dc:creator>
  <cp:lastModifiedBy>Julia Pospischek</cp:lastModifiedBy>
  <cp:revision>90</cp:revision>
  <dcterms:created xsi:type="dcterms:W3CDTF">2026-10-18T02:18:19Z</dcterms:created>
  <dcterms:modified xsi:type="dcterms:W3CDTF">2026-10-19T04:25:47Z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